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7942"/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1"/>
    <p:restoredTop sz="94740"/>
  </p:normalViewPr>
  <p:slideViewPr>
    <p:cSldViewPr snapToGrid="0">
      <p:cViewPr>
        <p:scale>
          <a:sx n="190" d="100"/>
          <a:sy n="190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93D5-CFF9-7041-2178-0AE06941A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C3897-9127-1ABE-4EB1-8F46A44A0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A2B45-2670-8801-51E4-43B95E475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1F2C-8BE7-BC49-B61C-880251FF993F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BB14F-6C11-8D01-6083-C98D0FDE9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E693E-52BE-3123-DA5D-97B1DE21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634DC-906B-7248-9F12-1FB15B68C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94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81E7-3ADC-E21F-6D83-1B9945402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A62CC-CE55-3A8C-A1CE-DF56084AF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247DC-96D8-5CB9-85E1-87C34A94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1F2C-8BE7-BC49-B61C-880251FF993F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A7597-CA61-ED86-A597-DB9D43EC6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778EC-7888-E2B2-BB40-400FCCE7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634DC-906B-7248-9F12-1FB15B68C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716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FD0C1-559B-5180-A88B-8FA5C6E9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5A8D4-597E-DEBD-DA26-5E401A4CF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57DE4-311E-7F9A-BDBF-E9E9D1C24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1F2C-8BE7-BC49-B61C-880251FF993F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C8BDD-B363-AC2E-456D-906AEFCF9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1C7EA-B34C-A27F-83E1-97B87A84E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634DC-906B-7248-9F12-1FB15B68C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5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E8B6-08A6-CA67-FAF0-5D1C162A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74ACD-A472-4CB3-319D-0F8DED37B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33B5B-C6F4-C1AA-8E53-EA74AFB1F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A01ED-37D2-14B4-76D6-F9C595917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1F2C-8BE7-BC49-B61C-880251FF993F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DD5B3-A3C0-81CA-24AE-846223D51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1B994-7755-626B-F02F-80D496C9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634DC-906B-7248-9F12-1FB15B68C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3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E7AB-86ED-88EB-FDF5-445259741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7F5E3-1AA0-E52F-E3D0-1F662BAEC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D4E2F-F96C-E815-77C9-41945C6F5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1A5351-8A6F-1C15-3F71-D5B2C141F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996C8C-42F4-5F4A-0042-CF42D3C5A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CE5F3F-4509-649A-3676-52E82FFE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1F2C-8BE7-BC49-B61C-880251FF993F}" type="datetimeFigureOut">
              <a:rPr lang="en-US" smtClean="0"/>
              <a:t>7/18/25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9F909-CE54-215B-EF51-6ECBB65F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E690F4-6F11-4B3F-4702-AF02B9507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634DC-906B-7248-9F12-1FB15B68C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6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95AB9-4C3E-DCF6-18A3-650297E4A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5512FE-C3CF-F5E7-3601-08818C0E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1F2C-8BE7-BC49-B61C-880251FF993F}" type="datetimeFigureOut">
              <a:rPr lang="en-US" smtClean="0"/>
              <a:t>7/18/25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88F741-4DBB-9F29-E4D6-976629A78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DB439-CABB-CC83-07C4-BF4BD749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634DC-906B-7248-9F12-1FB15B68C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50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3992FE-E0DF-01F8-20C5-CF7F837BF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1F2C-8BE7-BC49-B61C-880251FF993F}" type="datetimeFigureOut">
              <a:rPr lang="en-US" smtClean="0"/>
              <a:t>7/18/25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139115-C4F2-79D7-4576-336BBEE9B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F3E98-E3D3-3853-2B04-F1F3C37D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634DC-906B-7248-9F12-1FB15B68C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33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C30E0-1F99-4CC6-032B-D469302DE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BB55B-BB33-2D95-7FFE-7D13B8690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F25CA-8627-B9D9-BEFE-6AF81DA12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19237-424F-1C42-765D-6E8FAC471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1F2C-8BE7-BC49-B61C-880251FF993F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C0DCA-2138-38D2-0AF3-956D5166F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CCEE7-A05B-1EF8-853D-891673809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634DC-906B-7248-9F12-1FB15B68C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5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7509-7292-DC5C-8EB4-46605C14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AEA555-260D-12B4-B847-2B74E0055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E569F-D46A-597C-E509-5D200BDE6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96913-6920-CEE4-02FB-26EA1281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1F2C-8BE7-BC49-B61C-880251FF993F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B9EDB-0A01-130D-BB93-261C754C1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B6296-C8C8-B678-5E86-9C827A411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634DC-906B-7248-9F12-1FB15B68C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9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4115-87E0-16C4-E090-0A211D9B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6D0DA5-56C3-FA2F-46A9-2F850A414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46B13-3015-7171-33C0-ACEDA7A0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1F2C-8BE7-BC49-B61C-880251FF993F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72D9C-B2EE-1AAD-37EA-BA51B5B07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DC6A4-9D8F-11D9-50CF-70C132345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634DC-906B-7248-9F12-1FB15B68C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2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4B0FB7-DF97-F02F-E47F-25151376B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99F10-EDA6-9278-9519-E129E9E92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57822-584D-4A36-A6D0-B54FDAE5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1F2C-8BE7-BC49-B61C-880251FF993F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C3E09-A429-60B3-4DA9-BB6FDFCCB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A80AC-9987-D86B-F27F-B289110D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634DC-906B-7248-9F12-1FB15B68C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26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12619D-B1D2-B4E5-885C-0750D818B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94006-A89A-8ADE-D46E-3E29EC19D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5E5A6-FE42-247D-68A9-D35E9BF24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81F2C-8BE7-BC49-B61C-880251FF993F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22CF7-79DB-C05D-42B7-0AF73E71BD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84753-CEDC-1DAC-AE05-5754EEA3D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634DC-906B-7248-9F12-1FB15B68C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9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0A303F3-6E27-A61F-A8EC-D6164C3CDBD0}"/>
              </a:ext>
            </a:extLst>
          </p:cNvPr>
          <p:cNvSpPr/>
          <p:nvPr/>
        </p:nvSpPr>
        <p:spPr>
          <a:xfrm>
            <a:off x="55526" y="1582647"/>
            <a:ext cx="12192000" cy="5297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843DBF-2FA0-5DDE-5A28-F6CF54F7A8FE}"/>
              </a:ext>
            </a:extLst>
          </p:cNvPr>
          <p:cNvSpPr/>
          <p:nvPr/>
        </p:nvSpPr>
        <p:spPr>
          <a:xfrm>
            <a:off x="5754312" y="2333983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724918-8C40-F5E2-785C-9FE832EB57B4}"/>
              </a:ext>
            </a:extLst>
          </p:cNvPr>
          <p:cNvSpPr/>
          <p:nvPr/>
        </p:nvSpPr>
        <p:spPr>
          <a:xfrm>
            <a:off x="55526" y="9068"/>
            <a:ext cx="12192000" cy="15607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2D7902-6542-0114-696B-B67A7FF84897}"/>
              </a:ext>
            </a:extLst>
          </p:cNvPr>
          <p:cNvSpPr/>
          <p:nvPr/>
        </p:nvSpPr>
        <p:spPr>
          <a:xfrm rot="2729305">
            <a:off x="7221273" y="1886797"/>
            <a:ext cx="182880" cy="2743200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2B38BE95-B761-37A9-F744-F7ED0BD5855E}"/>
              </a:ext>
            </a:extLst>
          </p:cNvPr>
          <p:cNvSpPr/>
          <p:nvPr/>
        </p:nvSpPr>
        <p:spPr>
          <a:xfrm>
            <a:off x="5684520" y="4130651"/>
            <a:ext cx="822960" cy="495767"/>
          </a:xfrm>
          <a:prstGeom prst="cube">
            <a:avLst/>
          </a:prstGeom>
          <a:solidFill>
            <a:srgbClr val="AB79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89A5B8-80D2-4625-5276-C201DD635031}"/>
              </a:ext>
            </a:extLst>
          </p:cNvPr>
          <p:cNvSpPr/>
          <p:nvPr/>
        </p:nvSpPr>
        <p:spPr>
          <a:xfrm>
            <a:off x="6039396" y="1380236"/>
            <a:ext cx="112130" cy="2743200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704AE5-0196-2E61-4A09-E8A0BF3C46FD}"/>
              </a:ext>
            </a:extLst>
          </p:cNvPr>
          <p:cNvSpPr/>
          <p:nvPr/>
        </p:nvSpPr>
        <p:spPr>
          <a:xfrm rot="5400000">
            <a:off x="8229279" y="2539411"/>
            <a:ext cx="182880" cy="3657600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342C33-CF81-F8C3-AF4F-3B5F2F892BB6}"/>
              </a:ext>
            </a:extLst>
          </p:cNvPr>
          <p:cNvSpPr/>
          <p:nvPr/>
        </p:nvSpPr>
        <p:spPr>
          <a:xfrm rot="5400000">
            <a:off x="3764280" y="2499369"/>
            <a:ext cx="182880" cy="3657600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98F3DD-1215-8E86-72CA-87FC8D235766}"/>
              </a:ext>
            </a:extLst>
          </p:cNvPr>
          <p:cNvSpPr/>
          <p:nvPr/>
        </p:nvSpPr>
        <p:spPr>
          <a:xfrm rot="2735895">
            <a:off x="4840357" y="3932442"/>
            <a:ext cx="182880" cy="3200400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659BCB-13E9-028C-7F5F-825AF4CC0930}"/>
              </a:ext>
            </a:extLst>
          </p:cNvPr>
          <p:cNvSpPr/>
          <p:nvPr/>
        </p:nvSpPr>
        <p:spPr>
          <a:xfrm>
            <a:off x="6140558" y="1327373"/>
            <a:ext cx="95511" cy="27348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D239E1-0777-6844-5FBB-3F25F45D6E64}"/>
              </a:ext>
            </a:extLst>
          </p:cNvPr>
          <p:cNvSpPr/>
          <p:nvPr/>
        </p:nvSpPr>
        <p:spPr>
          <a:xfrm>
            <a:off x="6133422" y="2824530"/>
            <a:ext cx="95511" cy="27348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un 14">
            <a:extLst>
              <a:ext uri="{FF2B5EF4-FFF2-40B4-BE49-F238E27FC236}">
                <a16:creationId xmlns:a16="http://schemas.microsoft.com/office/drawing/2014/main" id="{F461D748-EC8D-3FE4-FC94-06B724864144}"/>
              </a:ext>
            </a:extLst>
          </p:cNvPr>
          <p:cNvSpPr/>
          <p:nvPr/>
        </p:nvSpPr>
        <p:spPr>
          <a:xfrm>
            <a:off x="10468959" y="314739"/>
            <a:ext cx="1182415" cy="889099"/>
          </a:xfrm>
          <a:prstGeom prst="sun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F77DA02-DA68-F1CE-256C-5483F5E64EFA}"/>
              </a:ext>
            </a:extLst>
          </p:cNvPr>
          <p:cNvSpPr/>
          <p:nvPr/>
        </p:nvSpPr>
        <p:spPr>
          <a:xfrm>
            <a:off x="567559" y="2769680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03E8849-8154-8744-A1F1-EFD42327EA3E}"/>
              </a:ext>
            </a:extLst>
          </p:cNvPr>
          <p:cNvSpPr/>
          <p:nvPr/>
        </p:nvSpPr>
        <p:spPr>
          <a:xfrm>
            <a:off x="7213902" y="4819817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520162A-BDC6-3EF2-D9AA-4C36774DC09A}"/>
              </a:ext>
            </a:extLst>
          </p:cNvPr>
          <p:cNvSpPr/>
          <p:nvPr/>
        </p:nvSpPr>
        <p:spPr>
          <a:xfrm>
            <a:off x="8644489" y="5565912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BBB4EC9-FD8F-FCD6-C737-709532D3AE8D}"/>
              </a:ext>
            </a:extLst>
          </p:cNvPr>
          <p:cNvSpPr/>
          <p:nvPr/>
        </p:nvSpPr>
        <p:spPr>
          <a:xfrm>
            <a:off x="2611821" y="3321058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03DE89-4753-7069-AD37-22E04BC9E3BD}"/>
              </a:ext>
            </a:extLst>
          </p:cNvPr>
          <p:cNvSpPr/>
          <p:nvPr/>
        </p:nvSpPr>
        <p:spPr>
          <a:xfrm>
            <a:off x="672663" y="5549049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E01BC43-4488-A5BC-9357-4247F4F8DE4C}"/>
              </a:ext>
            </a:extLst>
          </p:cNvPr>
          <p:cNvSpPr/>
          <p:nvPr/>
        </p:nvSpPr>
        <p:spPr>
          <a:xfrm>
            <a:off x="2996354" y="2138878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AA0FBBA-44D9-B396-F914-F4A7370022C7}"/>
              </a:ext>
            </a:extLst>
          </p:cNvPr>
          <p:cNvSpPr/>
          <p:nvPr/>
        </p:nvSpPr>
        <p:spPr>
          <a:xfrm>
            <a:off x="5478113" y="5484334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423E8A-7B0F-CF43-1AAB-453E7FF0BF26}"/>
              </a:ext>
            </a:extLst>
          </p:cNvPr>
          <p:cNvSpPr txBox="1"/>
          <p:nvPr/>
        </p:nvSpPr>
        <p:spPr>
          <a:xfrm>
            <a:off x="3183970" y="5320594"/>
            <a:ext cx="101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Bamboo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BF2339-3C5B-8A5B-7365-4E94577EB7B6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4203599" y="5505260"/>
            <a:ext cx="5421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C79FE6B-864E-4F5B-513A-B648E819747C}"/>
              </a:ext>
            </a:extLst>
          </p:cNvPr>
          <p:cNvSpPr txBox="1"/>
          <p:nvPr/>
        </p:nvSpPr>
        <p:spPr>
          <a:xfrm>
            <a:off x="3440669" y="2720278"/>
            <a:ext cx="2203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Wood 4x4, 1ft long</a:t>
            </a:r>
          </a:p>
          <a:p>
            <a:r>
              <a:rPr lang="en-US" dirty="0"/>
              <a:t>with thru-holes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75D1777-23BF-75A1-4C87-19864365BF71}"/>
              </a:ext>
            </a:extLst>
          </p:cNvPr>
          <p:cNvCxnSpPr>
            <a:cxnSpLocks/>
          </p:cNvCxnSpPr>
          <p:nvPr/>
        </p:nvCxnSpPr>
        <p:spPr>
          <a:xfrm>
            <a:off x="4837944" y="3299030"/>
            <a:ext cx="806618" cy="5356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3DBBE98A-6CF7-C88C-C919-42885FF8C011}"/>
              </a:ext>
            </a:extLst>
          </p:cNvPr>
          <p:cNvSpPr/>
          <p:nvPr/>
        </p:nvSpPr>
        <p:spPr>
          <a:xfrm>
            <a:off x="8265646" y="2652667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Sun cups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78FCB47-CF3B-95C6-199D-1FAD56B56F8C}"/>
              </a:ext>
            </a:extLst>
          </p:cNvPr>
          <p:cNvSpPr/>
          <p:nvPr/>
        </p:nvSpPr>
        <p:spPr>
          <a:xfrm>
            <a:off x="9618452" y="3244867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for scale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43CD81-0443-A567-786A-312197575D6B}"/>
              </a:ext>
            </a:extLst>
          </p:cNvPr>
          <p:cNvSpPr txBox="1"/>
          <p:nvPr/>
        </p:nvSpPr>
        <p:spPr>
          <a:xfrm>
            <a:off x="6507480" y="529673"/>
            <a:ext cx="289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or 2 sensors per pole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AA99FF8-0934-717A-F45A-F031F38BE5F8}"/>
              </a:ext>
            </a:extLst>
          </p:cNvPr>
          <p:cNvCxnSpPr>
            <a:cxnSpLocks/>
          </p:cNvCxnSpPr>
          <p:nvPr/>
        </p:nvCxnSpPr>
        <p:spPr>
          <a:xfrm flipH="1">
            <a:off x="6337231" y="866811"/>
            <a:ext cx="561702" cy="3854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A321AAF-8451-C52A-4E02-90BC5FD28F78}"/>
              </a:ext>
            </a:extLst>
          </p:cNvPr>
          <p:cNvSpPr/>
          <p:nvPr/>
        </p:nvSpPr>
        <p:spPr>
          <a:xfrm>
            <a:off x="1031752" y="2451169"/>
            <a:ext cx="395060" cy="1217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BA20CD2-FEB9-7764-87D0-54AD3EE188B6}"/>
              </a:ext>
            </a:extLst>
          </p:cNvPr>
          <p:cNvSpPr/>
          <p:nvPr/>
        </p:nvSpPr>
        <p:spPr>
          <a:xfrm rot="10800000">
            <a:off x="1137149" y="668247"/>
            <a:ext cx="182880" cy="1828800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AEF886-E130-1A8F-C878-7B40A556A333}"/>
              </a:ext>
            </a:extLst>
          </p:cNvPr>
          <p:cNvSpPr txBox="1"/>
          <p:nvPr/>
        </p:nvSpPr>
        <p:spPr>
          <a:xfrm>
            <a:off x="1548073" y="659317"/>
            <a:ext cx="352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Bamboo ablation stake 2x 3 m poles, jointed</a:t>
            </a:r>
          </a:p>
        </p:txBody>
      </p:sp>
      <p:sp>
        <p:nvSpPr>
          <p:cNvPr id="59" name="Right Brace 58">
            <a:extLst>
              <a:ext uri="{FF2B5EF4-FFF2-40B4-BE49-F238E27FC236}">
                <a16:creationId xmlns:a16="http://schemas.microsoft.com/office/drawing/2014/main" id="{51D7DF5F-8840-00FE-1573-DFF68EE39152}"/>
              </a:ext>
            </a:extLst>
          </p:cNvPr>
          <p:cNvSpPr/>
          <p:nvPr/>
        </p:nvSpPr>
        <p:spPr>
          <a:xfrm rot="16200000">
            <a:off x="3684514" y="2222326"/>
            <a:ext cx="288277" cy="360346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F34A1A-2191-5AF7-D011-A81E55926B49}"/>
              </a:ext>
            </a:extLst>
          </p:cNvPr>
          <p:cNvSpPr txBox="1"/>
          <p:nvPr/>
        </p:nvSpPr>
        <p:spPr>
          <a:xfrm>
            <a:off x="3275274" y="3518315"/>
            <a:ext cx="12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1.5 – 2 m</a:t>
            </a:r>
          </a:p>
        </p:txBody>
      </p:sp>
      <p:sp>
        <p:nvSpPr>
          <p:cNvPr id="61" name="Right Brace 60">
            <a:extLst>
              <a:ext uri="{FF2B5EF4-FFF2-40B4-BE49-F238E27FC236}">
                <a16:creationId xmlns:a16="http://schemas.microsoft.com/office/drawing/2014/main" id="{180AF3B5-F28F-4C53-28D6-868F7138BDB5}"/>
              </a:ext>
            </a:extLst>
          </p:cNvPr>
          <p:cNvSpPr/>
          <p:nvPr/>
        </p:nvSpPr>
        <p:spPr>
          <a:xfrm>
            <a:off x="6531254" y="1380236"/>
            <a:ext cx="288277" cy="3246182"/>
          </a:xfrm>
          <a:prstGeom prst="rightBrace">
            <a:avLst>
              <a:gd name="adj1" fmla="val 49568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C87DB4-72FD-1AED-E99B-C9D23F1BB184}"/>
              </a:ext>
            </a:extLst>
          </p:cNvPr>
          <p:cNvSpPr txBox="1"/>
          <p:nvPr/>
        </p:nvSpPr>
        <p:spPr>
          <a:xfrm>
            <a:off x="6787312" y="2718972"/>
            <a:ext cx="12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m</a:t>
            </a:r>
          </a:p>
        </p:txBody>
      </p:sp>
    </p:spTree>
    <p:extLst>
      <p:ext uri="{BB962C8B-B14F-4D97-AF65-F5344CB8AC3E}">
        <p14:creationId xmlns:p14="http://schemas.microsoft.com/office/powerpoint/2010/main" val="80396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nowy landscape with a weather station&#10;&#10;AI-generated content may be incorrect.">
            <a:extLst>
              <a:ext uri="{FF2B5EF4-FFF2-40B4-BE49-F238E27FC236}">
                <a16:creationId xmlns:a16="http://schemas.microsoft.com/office/drawing/2014/main" id="{A3E24850-14A6-DAE3-E3A8-1E8B82058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4332" y="370936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3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335CC6-68A0-562F-1FBC-BBC61BFBA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CF967DA-82E8-060B-53FD-FA6B9C166CF9}"/>
              </a:ext>
            </a:extLst>
          </p:cNvPr>
          <p:cNvSpPr/>
          <p:nvPr/>
        </p:nvSpPr>
        <p:spPr>
          <a:xfrm>
            <a:off x="55526" y="1582647"/>
            <a:ext cx="12192000" cy="5297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5CC1D83-F10B-A70E-5CF4-A8B4323B3E37}"/>
              </a:ext>
            </a:extLst>
          </p:cNvPr>
          <p:cNvSpPr/>
          <p:nvPr/>
        </p:nvSpPr>
        <p:spPr>
          <a:xfrm>
            <a:off x="5754312" y="2333983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2EB29C-104C-2811-7696-E0BE68A0B9D8}"/>
              </a:ext>
            </a:extLst>
          </p:cNvPr>
          <p:cNvSpPr/>
          <p:nvPr/>
        </p:nvSpPr>
        <p:spPr>
          <a:xfrm>
            <a:off x="55526" y="9068"/>
            <a:ext cx="12192000" cy="15607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143545-D69D-D595-B14A-2911F298A9C3}"/>
              </a:ext>
            </a:extLst>
          </p:cNvPr>
          <p:cNvSpPr/>
          <p:nvPr/>
        </p:nvSpPr>
        <p:spPr>
          <a:xfrm rot="2729305">
            <a:off x="7221273" y="1886797"/>
            <a:ext cx="182880" cy="2743200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553722AF-2D66-2BFC-DEFF-ECFC864E672D}"/>
              </a:ext>
            </a:extLst>
          </p:cNvPr>
          <p:cNvSpPr/>
          <p:nvPr/>
        </p:nvSpPr>
        <p:spPr>
          <a:xfrm>
            <a:off x="5684520" y="4130651"/>
            <a:ext cx="822960" cy="495767"/>
          </a:xfrm>
          <a:prstGeom prst="cube">
            <a:avLst/>
          </a:prstGeom>
          <a:solidFill>
            <a:srgbClr val="AB79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5585F4-909C-D0B4-0830-C39926114D45}"/>
              </a:ext>
            </a:extLst>
          </p:cNvPr>
          <p:cNvSpPr/>
          <p:nvPr/>
        </p:nvSpPr>
        <p:spPr>
          <a:xfrm>
            <a:off x="6039396" y="1380236"/>
            <a:ext cx="112130" cy="2743200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15BA33-A12A-49EB-64BF-A787C7A99B41}"/>
              </a:ext>
            </a:extLst>
          </p:cNvPr>
          <p:cNvSpPr/>
          <p:nvPr/>
        </p:nvSpPr>
        <p:spPr>
          <a:xfrm rot="5400000">
            <a:off x="8229279" y="2539411"/>
            <a:ext cx="182880" cy="3657600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C8BCD-618D-487E-08C6-BCC23BD41F57}"/>
              </a:ext>
            </a:extLst>
          </p:cNvPr>
          <p:cNvSpPr/>
          <p:nvPr/>
        </p:nvSpPr>
        <p:spPr>
          <a:xfrm rot="5400000">
            <a:off x="3764280" y="2499369"/>
            <a:ext cx="182880" cy="3657600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E5F6CE-DDFC-C238-FCE9-6A0B076264F8}"/>
              </a:ext>
            </a:extLst>
          </p:cNvPr>
          <p:cNvSpPr/>
          <p:nvPr/>
        </p:nvSpPr>
        <p:spPr>
          <a:xfrm rot="2735895">
            <a:off x="4840357" y="3932442"/>
            <a:ext cx="182880" cy="3200400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65A0CD2-621E-9FDF-ECFA-3D5BD20C4F6C}"/>
              </a:ext>
            </a:extLst>
          </p:cNvPr>
          <p:cNvSpPr/>
          <p:nvPr/>
        </p:nvSpPr>
        <p:spPr>
          <a:xfrm>
            <a:off x="6140558" y="1327373"/>
            <a:ext cx="95511" cy="27348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E61584-8723-7CDA-6CB5-EDD54092E565}"/>
              </a:ext>
            </a:extLst>
          </p:cNvPr>
          <p:cNvSpPr/>
          <p:nvPr/>
        </p:nvSpPr>
        <p:spPr>
          <a:xfrm>
            <a:off x="6133422" y="2824530"/>
            <a:ext cx="95511" cy="27348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un 14">
            <a:extLst>
              <a:ext uri="{FF2B5EF4-FFF2-40B4-BE49-F238E27FC236}">
                <a16:creationId xmlns:a16="http://schemas.microsoft.com/office/drawing/2014/main" id="{9EC698A8-5881-85CF-0A11-C669D15723C5}"/>
              </a:ext>
            </a:extLst>
          </p:cNvPr>
          <p:cNvSpPr/>
          <p:nvPr/>
        </p:nvSpPr>
        <p:spPr>
          <a:xfrm>
            <a:off x="10468959" y="314739"/>
            <a:ext cx="1182415" cy="889099"/>
          </a:xfrm>
          <a:prstGeom prst="sun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42963BF-9B7A-1479-3CD5-9CD830F30177}"/>
              </a:ext>
            </a:extLst>
          </p:cNvPr>
          <p:cNvSpPr/>
          <p:nvPr/>
        </p:nvSpPr>
        <p:spPr>
          <a:xfrm>
            <a:off x="567559" y="2769680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437C144-318F-05FF-3CD8-913998CCCDD0}"/>
              </a:ext>
            </a:extLst>
          </p:cNvPr>
          <p:cNvSpPr/>
          <p:nvPr/>
        </p:nvSpPr>
        <p:spPr>
          <a:xfrm>
            <a:off x="7213902" y="4819817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7695FAE-173F-CBA6-8DEB-82D47399C8BD}"/>
              </a:ext>
            </a:extLst>
          </p:cNvPr>
          <p:cNvSpPr/>
          <p:nvPr/>
        </p:nvSpPr>
        <p:spPr>
          <a:xfrm>
            <a:off x="8644489" y="5565912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BF9F046-D4C1-E9DB-89F7-F137E0A9A295}"/>
              </a:ext>
            </a:extLst>
          </p:cNvPr>
          <p:cNvSpPr/>
          <p:nvPr/>
        </p:nvSpPr>
        <p:spPr>
          <a:xfrm>
            <a:off x="2611821" y="3321058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A597F79-966B-7673-BC69-821DC6D10ACE}"/>
              </a:ext>
            </a:extLst>
          </p:cNvPr>
          <p:cNvSpPr/>
          <p:nvPr/>
        </p:nvSpPr>
        <p:spPr>
          <a:xfrm>
            <a:off x="672663" y="5549049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3D4A993-A87E-7E17-7AD9-76818EC963F4}"/>
              </a:ext>
            </a:extLst>
          </p:cNvPr>
          <p:cNvSpPr/>
          <p:nvPr/>
        </p:nvSpPr>
        <p:spPr>
          <a:xfrm>
            <a:off x="2996354" y="2138878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2D0B4E-C9C7-7AE7-6CE9-5CA073E02DCE}"/>
              </a:ext>
            </a:extLst>
          </p:cNvPr>
          <p:cNvSpPr/>
          <p:nvPr/>
        </p:nvSpPr>
        <p:spPr>
          <a:xfrm>
            <a:off x="5478113" y="5484334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EF6B44-3A9B-9909-C473-3BB0A43C0CFF}"/>
              </a:ext>
            </a:extLst>
          </p:cNvPr>
          <p:cNvSpPr txBox="1"/>
          <p:nvPr/>
        </p:nvSpPr>
        <p:spPr>
          <a:xfrm>
            <a:off x="3183970" y="5320594"/>
            <a:ext cx="101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Bamboo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E4681C0-73EB-59F2-E826-F54DDFC48BB5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4203599" y="5505260"/>
            <a:ext cx="5421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2B854E2-A907-AA4C-191A-6B6FB0C73831}"/>
              </a:ext>
            </a:extLst>
          </p:cNvPr>
          <p:cNvSpPr txBox="1"/>
          <p:nvPr/>
        </p:nvSpPr>
        <p:spPr>
          <a:xfrm>
            <a:off x="3440669" y="2720278"/>
            <a:ext cx="2203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Wood 4x4, 1ft long</a:t>
            </a:r>
          </a:p>
          <a:p>
            <a:r>
              <a:rPr lang="en-US" dirty="0"/>
              <a:t>with thru-holes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B45902-7DAC-7D29-778D-34996B4C19EC}"/>
              </a:ext>
            </a:extLst>
          </p:cNvPr>
          <p:cNvCxnSpPr>
            <a:cxnSpLocks/>
          </p:cNvCxnSpPr>
          <p:nvPr/>
        </p:nvCxnSpPr>
        <p:spPr>
          <a:xfrm>
            <a:off x="4837944" y="3299030"/>
            <a:ext cx="806618" cy="5356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3A916C0C-DEFA-2839-DA6F-8599C77E9277}"/>
              </a:ext>
            </a:extLst>
          </p:cNvPr>
          <p:cNvSpPr/>
          <p:nvPr/>
        </p:nvSpPr>
        <p:spPr>
          <a:xfrm>
            <a:off x="8265646" y="2652667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Sun cups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8EC665E-0187-E869-C7F7-0E1785C5A645}"/>
              </a:ext>
            </a:extLst>
          </p:cNvPr>
          <p:cNvSpPr/>
          <p:nvPr/>
        </p:nvSpPr>
        <p:spPr>
          <a:xfrm>
            <a:off x="9618452" y="3244867"/>
            <a:ext cx="1891862" cy="28001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for scale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BC82A2-2E39-CBF9-3A7B-C055CD274AB2}"/>
              </a:ext>
            </a:extLst>
          </p:cNvPr>
          <p:cNvSpPr txBox="1"/>
          <p:nvPr/>
        </p:nvSpPr>
        <p:spPr>
          <a:xfrm>
            <a:off x="6507480" y="529673"/>
            <a:ext cx="289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or 2 sensors per pole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49C436F-8738-D6C4-D8F8-99BAA895CCB6}"/>
              </a:ext>
            </a:extLst>
          </p:cNvPr>
          <p:cNvCxnSpPr>
            <a:cxnSpLocks/>
          </p:cNvCxnSpPr>
          <p:nvPr/>
        </p:nvCxnSpPr>
        <p:spPr>
          <a:xfrm flipH="1">
            <a:off x="6337231" y="866811"/>
            <a:ext cx="561702" cy="3854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7FFC5E7-CBC1-5D95-DE3E-AF469F3A76FB}"/>
              </a:ext>
            </a:extLst>
          </p:cNvPr>
          <p:cNvSpPr/>
          <p:nvPr/>
        </p:nvSpPr>
        <p:spPr>
          <a:xfrm>
            <a:off x="1031752" y="2451169"/>
            <a:ext cx="395060" cy="1217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8E0FDE-5A53-772E-01C2-4BE55E66A0EB}"/>
              </a:ext>
            </a:extLst>
          </p:cNvPr>
          <p:cNvSpPr/>
          <p:nvPr/>
        </p:nvSpPr>
        <p:spPr>
          <a:xfrm rot="10800000">
            <a:off x="1137149" y="668247"/>
            <a:ext cx="182880" cy="1828800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7E7BE2-2D7D-76C7-DD48-C93BC1A9456D}"/>
              </a:ext>
            </a:extLst>
          </p:cNvPr>
          <p:cNvSpPr txBox="1"/>
          <p:nvPr/>
        </p:nvSpPr>
        <p:spPr>
          <a:xfrm>
            <a:off x="1548073" y="659317"/>
            <a:ext cx="352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Bamboo ablation stake 2x 3 m poles, jointed</a:t>
            </a:r>
          </a:p>
        </p:txBody>
      </p:sp>
      <p:sp>
        <p:nvSpPr>
          <p:cNvPr id="59" name="Right Brace 58">
            <a:extLst>
              <a:ext uri="{FF2B5EF4-FFF2-40B4-BE49-F238E27FC236}">
                <a16:creationId xmlns:a16="http://schemas.microsoft.com/office/drawing/2014/main" id="{4C06044F-164B-8384-4E1E-FB996520891D}"/>
              </a:ext>
            </a:extLst>
          </p:cNvPr>
          <p:cNvSpPr/>
          <p:nvPr/>
        </p:nvSpPr>
        <p:spPr>
          <a:xfrm rot="16200000">
            <a:off x="3684514" y="2222326"/>
            <a:ext cx="288277" cy="360346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278075-B5F8-44FC-9F4A-42765AD7E29B}"/>
              </a:ext>
            </a:extLst>
          </p:cNvPr>
          <p:cNvSpPr txBox="1"/>
          <p:nvPr/>
        </p:nvSpPr>
        <p:spPr>
          <a:xfrm>
            <a:off x="3275274" y="3518315"/>
            <a:ext cx="12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1.5 – 2 m</a:t>
            </a:r>
          </a:p>
        </p:txBody>
      </p:sp>
      <p:sp>
        <p:nvSpPr>
          <p:cNvPr id="61" name="Right Brace 60">
            <a:extLst>
              <a:ext uri="{FF2B5EF4-FFF2-40B4-BE49-F238E27FC236}">
                <a16:creationId xmlns:a16="http://schemas.microsoft.com/office/drawing/2014/main" id="{C23AFE4B-FCBF-8CB2-4967-9690F3B2CD79}"/>
              </a:ext>
            </a:extLst>
          </p:cNvPr>
          <p:cNvSpPr/>
          <p:nvPr/>
        </p:nvSpPr>
        <p:spPr>
          <a:xfrm>
            <a:off x="6531254" y="1380236"/>
            <a:ext cx="288277" cy="3246182"/>
          </a:xfrm>
          <a:prstGeom prst="rightBrace">
            <a:avLst>
              <a:gd name="adj1" fmla="val 49568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6CA177-4BAA-CA40-0494-045D22FC7BF8}"/>
              </a:ext>
            </a:extLst>
          </p:cNvPr>
          <p:cNvSpPr txBox="1"/>
          <p:nvPr/>
        </p:nvSpPr>
        <p:spPr>
          <a:xfrm>
            <a:off x="6787312" y="2718972"/>
            <a:ext cx="12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m</a:t>
            </a:r>
          </a:p>
        </p:txBody>
      </p:sp>
    </p:spTree>
    <p:extLst>
      <p:ext uri="{BB962C8B-B14F-4D97-AF65-F5344CB8AC3E}">
        <p14:creationId xmlns:p14="http://schemas.microsoft.com/office/powerpoint/2010/main" val="2873770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ole in the snow&#10;&#10;AI-generated content may be incorrect.">
            <a:extLst>
              <a:ext uri="{FF2B5EF4-FFF2-40B4-BE49-F238E27FC236}">
                <a16:creationId xmlns:a16="http://schemas.microsoft.com/office/drawing/2014/main" id="{24574608-721C-FF56-A7E3-08FBD0EB2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2" y="514350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457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5B344C-92BC-4744-E152-5BAB08FFE4D7}"/>
              </a:ext>
            </a:extLst>
          </p:cNvPr>
          <p:cNvSpPr/>
          <p:nvPr/>
        </p:nvSpPr>
        <p:spPr>
          <a:xfrm rot="16200000">
            <a:off x="4489546" y="-1588015"/>
            <a:ext cx="272872" cy="4386551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DB41678-F4FC-0A53-AE3D-457D15CE51FA}"/>
              </a:ext>
            </a:extLst>
          </p:cNvPr>
          <p:cNvGrpSpPr/>
          <p:nvPr/>
        </p:nvGrpSpPr>
        <p:grpSpPr>
          <a:xfrm>
            <a:off x="2439286" y="92371"/>
            <a:ext cx="3370217" cy="752906"/>
            <a:chOff x="2377440" y="2460557"/>
            <a:chExt cx="3370217" cy="752906"/>
          </a:xfrm>
        </p:grpSpPr>
        <p:cxnSp>
          <p:nvCxnSpPr>
            <p:cNvPr id="4" name="Curved Connector 3">
              <a:extLst>
                <a:ext uri="{FF2B5EF4-FFF2-40B4-BE49-F238E27FC236}">
                  <a16:creationId xmlns:a16="http://schemas.microsoft.com/office/drawing/2014/main" id="{A3DAD698-D608-FA7F-30BA-8B96DCEFECF9}"/>
                </a:ext>
              </a:extLst>
            </p:cNvPr>
            <p:cNvCxnSpPr/>
            <p:nvPr/>
          </p:nvCxnSpPr>
          <p:spPr>
            <a:xfrm flipV="1">
              <a:off x="2377440" y="2734491"/>
              <a:ext cx="3152503" cy="478972"/>
            </a:xfrm>
            <a:prstGeom prst="curvedConnector3">
              <a:avLst>
                <a:gd name="adj1" fmla="val 73757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Can 5">
              <a:extLst>
                <a:ext uri="{FF2B5EF4-FFF2-40B4-BE49-F238E27FC236}">
                  <a16:creationId xmlns:a16="http://schemas.microsoft.com/office/drawing/2014/main" id="{0A41AF9A-866F-A895-F6FC-EBB18BF81D7E}"/>
                </a:ext>
              </a:extLst>
            </p:cNvPr>
            <p:cNvSpPr/>
            <p:nvPr/>
          </p:nvSpPr>
          <p:spPr>
            <a:xfrm>
              <a:off x="5468983" y="2551611"/>
              <a:ext cx="278674" cy="422366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734C029-2163-73C2-75EA-13F0F0521C13}"/>
                </a:ext>
              </a:extLst>
            </p:cNvPr>
            <p:cNvSpPr/>
            <p:nvPr/>
          </p:nvSpPr>
          <p:spPr>
            <a:xfrm>
              <a:off x="5564344" y="2460557"/>
              <a:ext cx="78377" cy="11011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FB2B3B-FD9A-8333-D4F2-03C4A0D65042}"/>
                </a:ext>
              </a:extLst>
            </p:cNvPr>
            <p:cNvSpPr/>
            <p:nvPr/>
          </p:nvSpPr>
          <p:spPr>
            <a:xfrm>
              <a:off x="5569131" y="2954920"/>
              <a:ext cx="78377" cy="11011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16693C7-2AB7-4E82-AC1B-42BEF6DC01D8}"/>
              </a:ext>
            </a:extLst>
          </p:cNvPr>
          <p:cNvGrpSpPr/>
          <p:nvPr/>
        </p:nvGrpSpPr>
        <p:grpSpPr>
          <a:xfrm>
            <a:off x="2784729" y="293623"/>
            <a:ext cx="228760" cy="696331"/>
            <a:chOff x="1746090" y="2963759"/>
            <a:chExt cx="228760" cy="84169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F4B6F0-FAB1-949A-42D0-1A14A599996D}"/>
                </a:ext>
              </a:extLst>
            </p:cNvPr>
            <p:cNvSpPr/>
            <p:nvPr/>
          </p:nvSpPr>
          <p:spPr>
            <a:xfrm>
              <a:off x="1746090" y="2963759"/>
              <a:ext cx="228760" cy="841694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an 13">
              <a:extLst>
                <a:ext uri="{FF2B5EF4-FFF2-40B4-BE49-F238E27FC236}">
                  <a16:creationId xmlns:a16="http://schemas.microsoft.com/office/drawing/2014/main" id="{20E5EA96-AF7F-35D6-12A9-57CAF61EBCEE}"/>
                </a:ext>
              </a:extLst>
            </p:cNvPr>
            <p:cNvSpPr/>
            <p:nvPr/>
          </p:nvSpPr>
          <p:spPr>
            <a:xfrm>
              <a:off x="1746090" y="3258244"/>
              <a:ext cx="228759" cy="252724"/>
            </a:xfrm>
            <a:prstGeom prst="ca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415E58B-68BA-723E-6500-A61D1AD0C78D}"/>
                </a:ext>
              </a:extLst>
            </p:cNvPr>
            <p:cNvSpPr/>
            <p:nvPr/>
          </p:nvSpPr>
          <p:spPr>
            <a:xfrm>
              <a:off x="1772063" y="3230912"/>
              <a:ext cx="181135" cy="4571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 Same Side Corner Rectangle 15">
              <a:extLst>
                <a:ext uri="{FF2B5EF4-FFF2-40B4-BE49-F238E27FC236}">
                  <a16:creationId xmlns:a16="http://schemas.microsoft.com/office/drawing/2014/main" id="{0BCDCB1A-2931-4786-F057-FFF4C25E9BA1}"/>
                </a:ext>
              </a:extLst>
            </p:cNvPr>
            <p:cNvSpPr/>
            <p:nvPr/>
          </p:nvSpPr>
          <p:spPr>
            <a:xfrm>
              <a:off x="1791033" y="3147349"/>
              <a:ext cx="146290" cy="83563"/>
            </a:xfrm>
            <a:prstGeom prst="round2Same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DE1DE454-804B-7347-AD7F-E57A66DDB919}"/>
                </a:ext>
              </a:extLst>
            </p:cNvPr>
            <p:cNvSpPr/>
            <p:nvPr/>
          </p:nvSpPr>
          <p:spPr>
            <a:xfrm>
              <a:off x="1787285" y="3546910"/>
              <a:ext cx="146290" cy="4571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37EA0F1C-FE02-957F-0404-9A534A96573D}"/>
                </a:ext>
              </a:extLst>
            </p:cNvPr>
            <p:cNvSpPr/>
            <p:nvPr/>
          </p:nvSpPr>
          <p:spPr>
            <a:xfrm>
              <a:off x="1787285" y="3634161"/>
              <a:ext cx="146290" cy="4571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1784B139-AD66-E396-78BF-765FEFAEE063}"/>
                </a:ext>
              </a:extLst>
            </p:cNvPr>
            <p:cNvSpPr/>
            <p:nvPr/>
          </p:nvSpPr>
          <p:spPr>
            <a:xfrm>
              <a:off x="1787285" y="3719807"/>
              <a:ext cx="146290" cy="4571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115C89-E948-B54E-AA31-F8D69383E060}"/>
              </a:ext>
            </a:extLst>
          </p:cNvPr>
          <p:cNvGrpSpPr/>
          <p:nvPr/>
        </p:nvGrpSpPr>
        <p:grpSpPr>
          <a:xfrm>
            <a:off x="4245021" y="293622"/>
            <a:ext cx="228760" cy="696331"/>
            <a:chOff x="1746090" y="2963759"/>
            <a:chExt cx="228760" cy="84169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89CDCFE-4834-2B8F-525E-1F130A9179C6}"/>
                </a:ext>
              </a:extLst>
            </p:cNvPr>
            <p:cNvSpPr/>
            <p:nvPr/>
          </p:nvSpPr>
          <p:spPr>
            <a:xfrm>
              <a:off x="1746090" y="2963759"/>
              <a:ext cx="228760" cy="841694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an 23">
              <a:extLst>
                <a:ext uri="{FF2B5EF4-FFF2-40B4-BE49-F238E27FC236}">
                  <a16:creationId xmlns:a16="http://schemas.microsoft.com/office/drawing/2014/main" id="{DA47DF7B-A4A4-E0FA-4005-89D6CCD94DA3}"/>
                </a:ext>
              </a:extLst>
            </p:cNvPr>
            <p:cNvSpPr/>
            <p:nvPr/>
          </p:nvSpPr>
          <p:spPr>
            <a:xfrm>
              <a:off x="1746090" y="3258244"/>
              <a:ext cx="228759" cy="252724"/>
            </a:xfrm>
            <a:prstGeom prst="ca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2234972-5E76-EC72-535C-6C1BC66441B9}"/>
                </a:ext>
              </a:extLst>
            </p:cNvPr>
            <p:cNvSpPr/>
            <p:nvPr/>
          </p:nvSpPr>
          <p:spPr>
            <a:xfrm>
              <a:off x="1772063" y="3230912"/>
              <a:ext cx="181135" cy="4571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 Same Side Corner Rectangle 25">
              <a:extLst>
                <a:ext uri="{FF2B5EF4-FFF2-40B4-BE49-F238E27FC236}">
                  <a16:creationId xmlns:a16="http://schemas.microsoft.com/office/drawing/2014/main" id="{899F3ED6-2E47-8906-1A8B-CDA65186C2DA}"/>
                </a:ext>
              </a:extLst>
            </p:cNvPr>
            <p:cNvSpPr/>
            <p:nvPr/>
          </p:nvSpPr>
          <p:spPr>
            <a:xfrm>
              <a:off x="1791033" y="3147349"/>
              <a:ext cx="146290" cy="83563"/>
            </a:xfrm>
            <a:prstGeom prst="round2Same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6083B907-48D6-384E-0379-851F5DCC5AAC}"/>
                </a:ext>
              </a:extLst>
            </p:cNvPr>
            <p:cNvSpPr/>
            <p:nvPr/>
          </p:nvSpPr>
          <p:spPr>
            <a:xfrm>
              <a:off x="1787285" y="3546910"/>
              <a:ext cx="146290" cy="4571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1CE20ABC-41F1-E3EF-883D-4AE77B2B3FD7}"/>
                </a:ext>
              </a:extLst>
            </p:cNvPr>
            <p:cNvSpPr/>
            <p:nvPr/>
          </p:nvSpPr>
          <p:spPr>
            <a:xfrm>
              <a:off x="1787285" y="3634161"/>
              <a:ext cx="146290" cy="4571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2B021BFA-DDB8-9F34-995F-D0186DB43CB1}"/>
                </a:ext>
              </a:extLst>
            </p:cNvPr>
            <p:cNvSpPr/>
            <p:nvPr/>
          </p:nvSpPr>
          <p:spPr>
            <a:xfrm>
              <a:off x="1787285" y="3719807"/>
              <a:ext cx="146290" cy="4571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69F8FB13-DC5D-1DD8-2A51-9576DFAF73D9}"/>
              </a:ext>
            </a:extLst>
          </p:cNvPr>
          <p:cNvGrpSpPr/>
          <p:nvPr/>
        </p:nvGrpSpPr>
        <p:grpSpPr>
          <a:xfrm>
            <a:off x="1763696" y="3052546"/>
            <a:ext cx="7826621" cy="897583"/>
            <a:chOff x="1763696" y="3052546"/>
            <a:chExt cx="7826621" cy="89758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34FE2B7-8604-CDBC-4206-652FD8AAB2FF}"/>
                </a:ext>
              </a:extLst>
            </p:cNvPr>
            <p:cNvGrpSpPr/>
            <p:nvPr/>
          </p:nvGrpSpPr>
          <p:grpSpPr>
            <a:xfrm>
              <a:off x="1763696" y="3052546"/>
              <a:ext cx="7826621" cy="897583"/>
              <a:chOff x="1763698" y="3052546"/>
              <a:chExt cx="7826621" cy="897583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59B8919-0263-73E0-4BA1-D7DBA7B9A353}"/>
                  </a:ext>
                </a:extLst>
              </p:cNvPr>
              <p:cNvSpPr/>
              <p:nvPr/>
            </p:nvSpPr>
            <p:spPr>
              <a:xfrm rot="16200000">
                <a:off x="5540573" y="-347876"/>
                <a:ext cx="272871" cy="7826621"/>
              </a:xfrm>
              <a:prstGeom prst="rect">
                <a:avLst/>
              </a:prstGeom>
              <a:solidFill>
                <a:srgbClr val="FFD57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8B6ED1B8-2A15-4A06-8BA3-19D1DE72BF09}"/>
                  </a:ext>
                </a:extLst>
              </p:cNvPr>
              <p:cNvGrpSpPr/>
              <p:nvPr/>
            </p:nvGrpSpPr>
            <p:grpSpPr>
              <a:xfrm>
                <a:off x="1770275" y="3052546"/>
                <a:ext cx="3370217" cy="752906"/>
                <a:chOff x="2377440" y="2460557"/>
                <a:chExt cx="3370217" cy="752906"/>
              </a:xfrm>
            </p:grpSpPr>
            <p:cxnSp>
              <p:nvCxnSpPr>
                <p:cNvPr id="32" name="Curved Connector 31">
                  <a:extLst>
                    <a:ext uri="{FF2B5EF4-FFF2-40B4-BE49-F238E27FC236}">
                      <a16:creationId xmlns:a16="http://schemas.microsoft.com/office/drawing/2014/main" id="{495BEBF6-5F76-A1B6-D817-F0A723D8B928}"/>
                    </a:ext>
                  </a:extLst>
                </p:cNvPr>
                <p:cNvCxnSpPr/>
                <p:nvPr/>
              </p:nvCxnSpPr>
              <p:spPr>
                <a:xfrm flipV="1">
                  <a:off x="2377440" y="2734491"/>
                  <a:ext cx="3152503" cy="478972"/>
                </a:xfrm>
                <a:prstGeom prst="curvedConnector3">
                  <a:avLst>
                    <a:gd name="adj1" fmla="val 73757"/>
                  </a:avLst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Can 32">
                  <a:extLst>
                    <a:ext uri="{FF2B5EF4-FFF2-40B4-BE49-F238E27FC236}">
                      <a16:creationId xmlns:a16="http://schemas.microsoft.com/office/drawing/2014/main" id="{27FF3FD8-95A0-A51F-0A61-5B5C0D41A356}"/>
                    </a:ext>
                  </a:extLst>
                </p:cNvPr>
                <p:cNvSpPr/>
                <p:nvPr/>
              </p:nvSpPr>
              <p:spPr>
                <a:xfrm>
                  <a:off x="5468983" y="2551611"/>
                  <a:ext cx="278674" cy="422366"/>
                </a:xfrm>
                <a:prstGeom prst="can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59184F6-2FBC-57DF-8021-B9497148AD0E}"/>
                    </a:ext>
                  </a:extLst>
                </p:cNvPr>
                <p:cNvSpPr/>
                <p:nvPr/>
              </p:nvSpPr>
              <p:spPr>
                <a:xfrm>
                  <a:off x="5564344" y="2460557"/>
                  <a:ext cx="78377" cy="110111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5385A7AC-6C3F-1734-ED0A-1A184AEA5353}"/>
                    </a:ext>
                  </a:extLst>
                </p:cNvPr>
                <p:cNvSpPr/>
                <p:nvPr/>
              </p:nvSpPr>
              <p:spPr>
                <a:xfrm>
                  <a:off x="5569131" y="2954920"/>
                  <a:ext cx="78377" cy="110111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82393F5F-453C-9E28-6131-7BFC32FA55CC}"/>
                  </a:ext>
                </a:extLst>
              </p:cNvPr>
              <p:cNvGrpSpPr/>
              <p:nvPr/>
            </p:nvGrpSpPr>
            <p:grpSpPr>
              <a:xfrm>
                <a:off x="2115718" y="3253798"/>
                <a:ext cx="228760" cy="696331"/>
                <a:chOff x="1746090" y="2963759"/>
                <a:chExt cx="228760" cy="841694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EAB1696-92E5-CD1F-40C9-FBD5C1416D4F}"/>
                    </a:ext>
                  </a:extLst>
                </p:cNvPr>
                <p:cNvSpPr/>
                <p:nvPr/>
              </p:nvSpPr>
              <p:spPr>
                <a:xfrm>
                  <a:off x="1746090" y="2963759"/>
                  <a:ext cx="228760" cy="841694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Can 37">
                  <a:extLst>
                    <a:ext uri="{FF2B5EF4-FFF2-40B4-BE49-F238E27FC236}">
                      <a16:creationId xmlns:a16="http://schemas.microsoft.com/office/drawing/2014/main" id="{2F2D2B32-BE24-8C91-5F86-39423C0FAA03}"/>
                    </a:ext>
                  </a:extLst>
                </p:cNvPr>
                <p:cNvSpPr/>
                <p:nvPr/>
              </p:nvSpPr>
              <p:spPr>
                <a:xfrm>
                  <a:off x="1746090" y="3258244"/>
                  <a:ext cx="228759" cy="252724"/>
                </a:xfrm>
                <a:prstGeom prst="can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66522916-E11F-16D4-C9A2-0531C4C6745D}"/>
                    </a:ext>
                  </a:extLst>
                </p:cNvPr>
                <p:cNvSpPr/>
                <p:nvPr/>
              </p:nvSpPr>
              <p:spPr>
                <a:xfrm>
                  <a:off x="1772063" y="3230912"/>
                  <a:ext cx="181135" cy="45719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ound Same Side Corner Rectangle 39">
                  <a:extLst>
                    <a:ext uri="{FF2B5EF4-FFF2-40B4-BE49-F238E27FC236}">
                      <a16:creationId xmlns:a16="http://schemas.microsoft.com/office/drawing/2014/main" id="{5B732C40-D991-EC76-EC51-60070A434A99}"/>
                    </a:ext>
                  </a:extLst>
                </p:cNvPr>
                <p:cNvSpPr/>
                <p:nvPr/>
              </p:nvSpPr>
              <p:spPr>
                <a:xfrm>
                  <a:off x="1791033" y="3147349"/>
                  <a:ext cx="146290" cy="83563"/>
                </a:xfrm>
                <a:prstGeom prst="round2Same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ounded Rectangle 40">
                  <a:extLst>
                    <a:ext uri="{FF2B5EF4-FFF2-40B4-BE49-F238E27FC236}">
                      <a16:creationId xmlns:a16="http://schemas.microsoft.com/office/drawing/2014/main" id="{19823F7C-8ABD-1050-613E-768C93BEA1DA}"/>
                    </a:ext>
                  </a:extLst>
                </p:cNvPr>
                <p:cNvSpPr/>
                <p:nvPr/>
              </p:nvSpPr>
              <p:spPr>
                <a:xfrm>
                  <a:off x="1787285" y="3546910"/>
                  <a:ext cx="146290" cy="45719"/>
                </a:xfrm>
                <a:prstGeom prst="roundRect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ounded Rectangle 41">
                  <a:extLst>
                    <a:ext uri="{FF2B5EF4-FFF2-40B4-BE49-F238E27FC236}">
                      <a16:creationId xmlns:a16="http://schemas.microsoft.com/office/drawing/2014/main" id="{81BC905A-8CB2-E72A-A6E0-A3ACBD352B2C}"/>
                    </a:ext>
                  </a:extLst>
                </p:cNvPr>
                <p:cNvSpPr/>
                <p:nvPr/>
              </p:nvSpPr>
              <p:spPr>
                <a:xfrm>
                  <a:off x="1787285" y="3634161"/>
                  <a:ext cx="146290" cy="45719"/>
                </a:xfrm>
                <a:prstGeom prst="roundRect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ounded Rectangle 42">
                  <a:extLst>
                    <a:ext uri="{FF2B5EF4-FFF2-40B4-BE49-F238E27FC236}">
                      <a16:creationId xmlns:a16="http://schemas.microsoft.com/office/drawing/2014/main" id="{788392D7-38E7-ADFB-63FF-449EFAAED276}"/>
                    </a:ext>
                  </a:extLst>
                </p:cNvPr>
                <p:cNvSpPr/>
                <p:nvPr/>
              </p:nvSpPr>
              <p:spPr>
                <a:xfrm>
                  <a:off x="1787285" y="3719807"/>
                  <a:ext cx="146290" cy="45719"/>
                </a:xfrm>
                <a:prstGeom prst="roundRect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3FCB3D9D-6297-D5C1-A162-84090CA464B5}"/>
                  </a:ext>
                </a:extLst>
              </p:cNvPr>
              <p:cNvGrpSpPr/>
              <p:nvPr/>
            </p:nvGrpSpPr>
            <p:grpSpPr>
              <a:xfrm>
                <a:off x="3576010" y="3253797"/>
                <a:ext cx="228760" cy="696331"/>
                <a:chOff x="1746090" y="2963759"/>
                <a:chExt cx="228760" cy="841694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9A814E4E-D916-2B10-3B7D-ADA7F9A58C3F}"/>
                    </a:ext>
                  </a:extLst>
                </p:cNvPr>
                <p:cNvSpPr/>
                <p:nvPr/>
              </p:nvSpPr>
              <p:spPr>
                <a:xfrm>
                  <a:off x="1746090" y="2963759"/>
                  <a:ext cx="228760" cy="841694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Can 45">
                  <a:extLst>
                    <a:ext uri="{FF2B5EF4-FFF2-40B4-BE49-F238E27FC236}">
                      <a16:creationId xmlns:a16="http://schemas.microsoft.com/office/drawing/2014/main" id="{59CF50CD-42EC-013C-0300-94C69936DC05}"/>
                    </a:ext>
                  </a:extLst>
                </p:cNvPr>
                <p:cNvSpPr/>
                <p:nvPr/>
              </p:nvSpPr>
              <p:spPr>
                <a:xfrm>
                  <a:off x="1746090" y="3258244"/>
                  <a:ext cx="228759" cy="252724"/>
                </a:xfrm>
                <a:prstGeom prst="can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32F589A-752E-288A-0C6F-F9ACE13E3607}"/>
                    </a:ext>
                  </a:extLst>
                </p:cNvPr>
                <p:cNvSpPr/>
                <p:nvPr/>
              </p:nvSpPr>
              <p:spPr>
                <a:xfrm>
                  <a:off x="1772063" y="3230912"/>
                  <a:ext cx="181135" cy="45719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ound Same Side Corner Rectangle 47">
                  <a:extLst>
                    <a:ext uri="{FF2B5EF4-FFF2-40B4-BE49-F238E27FC236}">
                      <a16:creationId xmlns:a16="http://schemas.microsoft.com/office/drawing/2014/main" id="{146D6130-C93B-D3BD-5053-BCE8E640E74B}"/>
                    </a:ext>
                  </a:extLst>
                </p:cNvPr>
                <p:cNvSpPr/>
                <p:nvPr/>
              </p:nvSpPr>
              <p:spPr>
                <a:xfrm>
                  <a:off x="1791033" y="3147349"/>
                  <a:ext cx="146290" cy="83563"/>
                </a:xfrm>
                <a:prstGeom prst="round2Same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ounded Rectangle 48">
                  <a:extLst>
                    <a:ext uri="{FF2B5EF4-FFF2-40B4-BE49-F238E27FC236}">
                      <a16:creationId xmlns:a16="http://schemas.microsoft.com/office/drawing/2014/main" id="{40085893-DD1C-E328-670C-BB9889768778}"/>
                    </a:ext>
                  </a:extLst>
                </p:cNvPr>
                <p:cNvSpPr/>
                <p:nvPr/>
              </p:nvSpPr>
              <p:spPr>
                <a:xfrm>
                  <a:off x="1787285" y="3546910"/>
                  <a:ext cx="146290" cy="45719"/>
                </a:xfrm>
                <a:prstGeom prst="roundRect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ounded Rectangle 49">
                  <a:extLst>
                    <a:ext uri="{FF2B5EF4-FFF2-40B4-BE49-F238E27FC236}">
                      <a16:creationId xmlns:a16="http://schemas.microsoft.com/office/drawing/2014/main" id="{C28A721A-93F3-3CEA-B1F2-4A53BDEAA115}"/>
                    </a:ext>
                  </a:extLst>
                </p:cNvPr>
                <p:cNvSpPr/>
                <p:nvPr/>
              </p:nvSpPr>
              <p:spPr>
                <a:xfrm>
                  <a:off x="1787285" y="3634161"/>
                  <a:ext cx="146290" cy="45719"/>
                </a:xfrm>
                <a:prstGeom prst="roundRect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Rounded Rectangle 50">
                  <a:extLst>
                    <a:ext uri="{FF2B5EF4-FFF2-40B4-BE49-F238E27FC236}">
                      <a16:creationId xmlns:a16="http://schemas.microsoft.com/office/drawing/2014/main" id="{A9635E03-7B8D-7719-B5C6-4445D77A43C9}"/>
                    </a:ext>
                  </a:extLst>
                </p:cNvPr>
                <p:cNvSpPr/>
                <p:nvPr/>
              </p:nvSpPr>
              <p:spPr>
                <a:xfrm>
                  <a:off x="1787285" y="3719807"/>
                  <a:ext cx="146290" cy="45719"/>
                </a:xfrm>
                <a:prstGeom prst="roundRect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2E2F340-4EB9-BC51-A734-1562C6A2FA82}"/>
                </a:ext>
              </a:extLst>
            </p:cNvPr>
            <p:cNvSpPr/>
            <p:nvPr/>
          </p:nvSpPr>
          <p:spPr>
            <a:xfrm rot="16200000">
              <a:off x="7147385" y="1758596"/>
              <a:ext cx="110111" cy="3152502"/>
            </a:xfrm>
            <a:prstGeom prst="rect">
              <a:avLst/>
            </a:prstGeom>
            <a:solidFill>
              <a:srgbClr val="FFD57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Snip Same Side Corner Rectangle 53">
              <a:extLst>
                <a:ext uri="{FF2B5EF4-FFF2-40B4-BE49-F238E27FC236}">
                  <a16:creationId xmlns:a16="http://schemas.microsoft.com/office/drawing/2014/main" id="{3B4CE77A-8ADC-0252-C41E-4BF462554608}"/>
                </a:ext>
              </a:extLst>
            </p:cNvPr>
            <p:cNvSpPr/>
            <p:nvPr/>
          </p:nvSpPr>
          <p:spPr>
            <a:xfrm rot="5400000">
              <a:off x="8690251" y="2736284"/>
              <a:ext cx="69053" cy="984496"/>
            </a:xfrm>
            <a:prstGeom prst="snip2Same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961B002-6246-E11A-F38E-684BB32BE425}"/>
                </a:ext>
              </a:extLst>
            </p:cNvPr>
            <p:cNvSpPr/>
            <p:nvPr/>
          </p:nvSpPr>
          <p:spPr>
            <a:xfrm>
              <a:off x="8232529" y="3194005"/>
              <a:ext cx="546163" cy="195898"/>
            </a:xfrm>
            <a:prstGeom prst="rect">
              <a:avLst/>
            </a:prstGeom>
            <a:gradFill flip="none" rotWithShape="1">
              <a:gsLst>
                <a:gs pos="0">
                  <a:schemeClr val="bg2">
                    <a:shade val="30000"/>
                    <a:satMod val="115000"/>
                  </a:schemeClr>
                </a:gs>
                <a:gs pos="50000">
                  <a:schemeClr val="bg2">
                    <a:shade val="67500"/>
                    <a:satMod val="115000"/>
                  </a:schemeClr>
                </a:gs>
                <a:gs pos="100000">
                  <a:schemeClr val="bg2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49E64F-0F55-2EA1-4D35-8CA0E12EC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0804" y="3275159"/>
              <a:ext cx="134549" cy="1147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B4419CB-48E4-B420-5E44-CE32348113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8004" y="3278502"/>
              <a:ext cx="155503" cy="111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8AE9B27-0EA0-5F75-5331-8870B02D7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2470" y="3275159"/>
              <a:ext cx="115516" cy="1147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9ACD2F46-CE11-B077-012E-06BCBEC246B4}"/>
                </a:ext>
              </a:extLst>
            </p:cNvPr>
            <p:cNvGrpSpPr/>
            <p:nvPr/>
          </p:nvGrpSpPr>
          <p:grpSpPr>
            <a:xfrm>
              <a:off x="7629408" y="3164469"/>
              <a:ext cx="228760" cy="696331"/>
              <a:chOff x="1746090" y="2963759"/>
              <a:chExt cx="228760" cy="841694"/>
            </a:xfrm>
          </p:grpSpPr>
          <p:sp>
            <p:nvSpPr>
              <p:cNvPr id="1032" name="Rectangle 1031">
                <a:extLst>
                  <a:ext uri="{FF2B5EF4-FFF2-40B4-BE49-F238E27FC236}">
                    <a16:creationId xmlns:a16="http://schemas.microsoft.com/office/drawing/2014/main" id="{DC37B726-82A8-5E17-8C38-702B5CAFE61B}"/>
                  </a:ext>
                </a:extLst>
              </p:cNvPr>
              <p:cNvSpPr/>
              <p:nvPr/>
            </p:nvSpPr>
            <p:spPr>
              <a:xfrm>
                <a:off x="1746090" y="2963759"/>
                <a:ext cx="228760" cy="841694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3" name="Can 1032">
                <a:extLst>
                  <a:ext uri="{FF2B5EF4-FFF2-40B4-BE49-F238E27FC236}">
                    <a16:creationId xmlns:a16="http://schemas.microsoft.com/office/drawing/2014/main" id="{F48628F6-84A4-82B6-AF1A-44F5A52E68B9}"/>
                  </a:ext>
                </a:extLst>
              </p:cNvPr>
              <p:cNvSpPr/>
              <p:nvPr/>
            </p:nvSpPr>
            <p:spPr>
              <a:xfrm>
                <a:off x="1746090" y="3258244"/>
                <a:ext cx="228759" cy="252724"/>
              </a:xfrm>
              <a:prstGeom prst="can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4" name="Rectangle 1033">
                <a:extLst>
                  <a:ext uri="{FF2B5EF4-FFF2-40B4-BE49-F238E27FC236}">
                    <a16:creationId xmlns:a16="http://schemas.microsoft.com/office/drawing/2014/main" id="{6FBD8A88-2BE8-7B8B-DE29-E9F95AE1E72F}"/>
                  </a:ext>
                </a:extLst>
              </p:cNvPr>
              <p:cNvSpPr/>
              <p:nvPr/>
            </p:nvSpPr>
            <p:spPr>
              <a:xfrm>
                <a:off x="1772063" y="3230912"/>
                <a:ext cx="181135" cy="45719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5" name="Round Same Side Corner Rectangle 1034">
                <a:extLst>
                  <a:ext uri="{FF2B5EF4-FFF2-40B4-BE49-F238E27FC236}">
                    <a16:creationId xmlns:a16="http://schemas.microsoft.com/office/drawing/2014/main" id="{1BA4C874-5394-443D-2607-96567E576BA2}"/>
                  </a:ext>
                </a:extLst>
              </p:cNvPr>
              <p:cNvSpPr/>
              <p:nvPr/>
            </p:nvSpPr>
            <p:spPr>
              <a:xfrm>
                <a:off x="1791033" y="3147349"/>
                <a:ext cx="146290" cy="83563"/>
              </a:xfrm>
              <a:prstGeom prst="round2Same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6" name="Rounded Rectangle 1035">
                <a:extLst>
                  <a:ext uri="{FF2B5EF4-FFF2-40B4-BE49-F238E27FC236}">
                    <a16:creationId xmlns:a16="http://schemas.microsoft.com/office/drawing/2014/main" id="{34EC0812-ADBA-CE0A-3840-4079CEEA45EC}"/>
                  </a:ext>
                </a:extLst>
              </p:cNvPr>
              <p:cNvSpPr/>
              <p:nvPr/>
            </p:nvSpPr>
            <p:spPr>
              <a:xfrm>
                <a:off x="1787285" y="3546910"/>
                <a:ext cx="146290" cy="45719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7" name="Rounded Rectangle 1036">
                <a:extLst>
                  <a:ext uri="{FF2B5EF4-FFF2-40B4-BE49-F238E27FC236}">
                    <a16:creationId xmlns:a16="http://schemas.microsoft.com/office/drawing/2014/main" id="{275E982A-CB7E-D627-BED1-604287B5C3FE}"/>
                  </a:ext>
                </a:extLst>
              </p:cNvPr>
              <p:cNvSpPr/>
              <p:nvPr/>
            </p:nvSpPr>
            <p:spPr>
              <a:xfrm>
                <a:off x="1787285" y="3634161"/>
                <a:ext cx="146290" cy="45719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8" name="Rounded Rectangle 1037">
                <a:extLst>
                  <a:ext uri="{FF2B5EF4-FFF2-40B4-BE49-F238E27FC236}">
                    <a16:creationId xmlns:a16="http://schemas.microsoft.com/office/drawing/2014/main" id="{7713DAFE-9E92-4CBA-94AB-DCEC9F471D95}"/>
                  </a:ext>
                </a:extLst>
              </p:cNvPr>
              <p:cNvSpPr/>
              <p:nvPr/>
            </p:nvSpPr>
            <p:spPr>
              <a:xfrm>
                <a:off x="1787285" y="3719807"/>
                <a:ext cx="146290" cy="45719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D34DF09B-2BE3-81CA-BD9F-11E6DB5E49B0}"/>
                </a:ext>
              </a:extLst>
            </p:cNvPr>
            <p:cNvGrpSpPr/>
            <p:nvPr/>
          </p:nvGrpSpPr>
          <p:grpSpPr>
            <a:xfrm>
              <a:off x="6161712" y="3142837"/>
              <a:ext cx="228760" cy="696331"/>
              <a:chOff x="1746090" y="2963759"/>
              <a:chExt cx="228760" cy="841694"/>
            </a:xfrm>
          </p:grpSpPr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30D1DADC-5CE4-A27F-593D-062C98907361}"/>
                  </a:ext>
                </a:extLst>
              </p:cNvPr>
              <p:cNvSpPr/>
              <p:nvPr/>
            </p:nvSpPr>
            <p:spPr>
              <a:xfrm>
                <a:off x="1746090" y="2963759"/>
                <a:ext cx="228760" cy="841694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1" name="Can 1040">
                <a:extLst>
                  <a:ext uri="{FF2B5EF4-FFF2-40B4-BE49-F238E27FC236}">
                    <a16:creationId xmlns:a16="http://schemas.microsoft.com/office/drawing/2014/main" id="{D133D969-C265-28E4-8BC4-50FB993FE281}"/>
                  </a:ext>
                </a:extLst>
              </p:cNvPr>
              <p:cNvSpPr/>
              <p:nvPr/>
            </p:nvSpPr>
            <p:spPr>
              <a:xfrm>
                <a:off x="1746090" y="3258244"/>
                <a:ext cx="228759" cy="252724"/>
              </a:xfrm>
              <a:prstGeom prst="can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32FB78FC-FE84-BDF9-C82B-41BE9C07BDC6}"/>
                  </a:ext>
                </a:extLst>
              </p:cNvPr>
              <p:cNvSpPr/>
              <p:nvPr/>
            </p:nvSpPr>
            <p:spPr>
              <a:xfrm>
                <a:off x="1772063" y="3230912"/>
                <a:ext cx="181135" cy="45719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3" name="Round Same Side Corner Rectangle 1042">
                <a:extLst>
                  <a:ext uri="{FF2B5EF4-FFF2-40B4-BE49-F238E27FC236}">
                    <a16:creationId xmlns:a16="http://schemas.microsoft.com/office/drawing/2014/main" id="{B7FF0D8E-7B11-B6A4-F485-21F9ABA74BFD}"/>
                  </a:ext>
                </a:extLst>
              </p:cNvPr>
              <p:cNvSpPr/>
              <p:nvPr/>
            </p:nvSpPr>
            <p:spPr>
              <a:xfrm>
                <a:off x="1791033" y="3147349"/>
                <a:ext cx="146290" cy="83563"/>
              </a:xfrm>
              <a:prstGeom prst="round2Same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4" name="Rounded Rectangle 1043">
                <a:extLst>
                  <a:ext uri="{FF2B5EF4-FFF2-40B4-BE49-F238E27FC236}">
                    <a16:creationId xmlns:a16="http://schemas.microsoft.com/office/drawing/2014/main" id="{434F00F4-D321-16E8-9E50-FF72424B5135}"/>
                  </a:ext>
                </a:extLst>
              </p:cNvPr>
              <p:cNvSpPr/>
              <p:nvPr/>
            </p:nvSpPr>
            <p:spPr>
              <a:xfrm>
                <a:off x="1787285" y="3546910"/>
                <a:ext cx="146290" cy="45719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5" name="Rounded Rectangle 1044">
                <a:extLst>
                  <a:ext uri="{FF2B5EF4-FFF2-40B4-BE49-F238E27FC236}">
                    <a16:creationId xmlns:a16="http://schemas.microsoft.com/office/drawing/2014/main" id="{798488F0-6AB6-A44F-2F19-A27AA1EBFCB4}"/>
                  </a:ext>
                </a:extLst>
              </p:cNvPr>
              <p:cNvSpPr/>
              <p:nvPr/>
            </p:nvSpPr>
            <p:spPr>
              <a:xfrm>
                <a:off x="1787285" y="3634161"/>
                <a:ext cx="146290" cy="45719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6" name="Rounded Rectangle 1045">
                <a:extLst>
                  <a:ext uri="{FF2B5EF4-FFF2-40B4-BE49-F238E27FC236}">
                    <a16:creationId xmlns:a16="http://schemas.microsoft.com/office/drawing/2014/main" id="{49F829BA-1CBE-231B-FD8E-43EB00E65E19}"/>
                  </a:ext>
                </a:extLst>
              </p:cNvPr>
              <p:cNvSpPr/>
              <p:nvPr/>
            </p:nvSpPr>
            <p:spPr>
              <a:xfrm>
                <a:off x="1787285" y="3719807"/>
                <a:ext cx="146290" cy="45719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3703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66D827E-67A2-7AE8-EA58-776CD02BFFF4}"/>
              </a:ext>
            </a:extLst>
          </p:cNvPr>
          <p:cNvGrpSpPr/>
          <p:nvPr/>
        </p:nvGrpSpPr>
        <p:grpSpPr>
          <a:xfrm>
            <a:off x="3919204" y="1605165"/>
            <a:ext cx="2354222" cy="604474"/>
            <a:chOff x="3393435" y="2460557"/>
            <a:chExt cx="2354222" cy="604474"/>
          </a:xfrm>
        </p:grpSpPr>
        <p:cxnSp>
          <p:nvCxnSpPr>
            <p:cNvPr id="3" name="Curved Connector 2">
              <a:extLst>
                <a:ext uri="{FF2B5EF4-FFF2-40B4-BE49-F238E27FC236}">
                  <a16:creationId xmlns:a16="http://schemas.microsoft.com/office/drawing/2014/main" id="{261BA478-EE27-BEC3-8605-8F399BA0B5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3435" y="2734491"/>
              <a:ext cx="2136508" cy="324608"/>
            </a:xfrm>
            <a:prstGeom prst="curvedConnector3">
              <a:avLst>
                <a:gd name="adj1" fmla="val 50000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Can 3">
              <a:extLst>
                <a:ext uri="{FF2B5EF4-FFF2-40B4-BE49-F238E27FC236}">
                  <a16:creationId xmlns:a16="http://schemas.microsoft.com/office/drawing/2014/main" id="{182FACA7-A314-746C-40C0-535BEC4E6268}"/>
                </a:ext>
              </a:extLst>
            </p:cNvPr>
            <p:cNvSpPr/>
            <p:nvPr/>
          </p:nvSpPr>
          <p:spPr>
            <a:xfrm>
              <a:off x="5468983" y="2551611"/>
              <a:ext cx="278674" cy="422366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C35B7C-0DFE-E978-D016-E253440045D7}"/>
                </a:ext>
              </a:extLst>
            </p:cNvPr>
            <p:cNvSpPr/>
            <p:nvPr/>
          </p:nvSpPr>
          <p:spPr>
            <a:xfrm>
              <a:off x="5564344" y="2460557"/>
              <a:ext cx="78377" cy="11011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8364B8-9349-86B0-0838-325F4EF56A6A}"/>
                </a:ext>
              </a:extLst>
            </p:cNvPr>
            <p:cNvSpPr/>
            <p:nvPr/>
          </p:nvSpPr>
          <p:spPr>
            <a:xfrm>
              <a:off x="5569131" y="2954920"/>
              <a:ext cx="78377" cy="11011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063881BE-A305-0290-4830-DD0EFA87524B}"/>
              </a:ext>
            </a:extLst>
          </p:cNvPr>
          <p:cNvSpPr/>
          <p:nvPr/>
        </p:nvSpPr>
        <p:spPr>
          <a:xfrm>
            <a:off x="5431207" y="1191826"/>
            <a:ext cx="658906" cy="515953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52A621-FDB9-96E7-70E8-3B89A0EE5E58}"/>
              </a:ext>
            </a:extLst>
          </p:cNvPr>
          <p:cNvSpPr/>
          <p:nvPr/>
        </p:nvSpPr>
        <p:spPr>
          <a:xfrm>
            <a:off x="5764747" y="1515732"/>
            <a:ext cx="914400" cy="19204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 Same Side Corner Rectangle 11">
            <a:extLst>
              <a:ext uri="{FF2B5EF4-FFF2-40B4-BE49-F238E27FC236}">
                <a16:creationId xmlns:a16="http://schemas.microsoft.com/office/drawing/2014/main" id="{AC82AFF7-5B3D-3278-E668-4676FFBA6E2A}"/>
              </a:ext>
            </a:extLst>
          </p:cNvPr>
          <p:cNvSpPr/>
          <p:nvPr/>
        </p:nvSpPr>
        <p:spPr>
          <a:xfrm rot="5400000">
            <a:off x="6458526" y="1487158"/>
            <a:ext cx="192047" cy="24919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nip Same Side Corner Rectangle 12">
            <a:extLst>
              <a:ext uri="{FF2B5EF4-FFF2-40B4-BE49-F238E27FC236}">
                <a16:creationId xmlns:a16="http://schemas.microsoft.com/office/drawing/2014/main" id="{3C726F8A-1067-923B-378C-706F3E9796C2}"/>
              </a:ext>
            </a:extLst>
          </p:cNvPr>
          <p:cNvSpPr/>
          <p:nvPr/>
        </p:nvSpPr>
        <p:spPr>
          <a:xfrm>
            <a:off x="5989963" y="1459722"/>
            <a:ext cx="278675" cy="230319"/>
          </a:xfrm>
          <a:prstGeom prst="snip2SameRect">
            <a:avLst>
              <a:gd name="adj1" fmla="val 30282"/>
              <a:gd name="adj2" fmla="val 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on 14">
            <a:extLst>
              <a:ext uri="{FF2B5EF4-FFF2-40B4-BE49-F238E27FC236}">
                <a16:creationId xmlns:a16="http://schemas.microsoft.com/office/drawing/2014/main" id="{D36BB130-5480-3C23-5ADA-54EEB8113A16}"/>
              </a:ext>
            </a:extLst>
          </p:cNvPr>
          <p:cNvSpPr/>
          <p:nvPr/>
        </p:nvSpPr>
        <p:spPr>
          <a:xfrm flipH="1">
            <a:off x="6428543" y="1978802"/>
            <a:ext cx="79289" cy="264105"/>
          </a:xfrm>
          <a:prstGeom prst="mo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on 15">
            <a:extLst>
              <a:ext uri="{FF2B5EF4-FFF2-40B4-BE49-F238E27FC236}">
                <a16:creationId xmlns:a16="http://schemas.microsoft.com/office/drawing/2014/main" id="{FD184402-358A-C5ED-B723-8783AE33451D}"/>
              </a:ext>
            </a:extLst>
          </p:cNvPr>
          <p:cNvSpPr/>
          <p:nvPr/>
        </p:nvSpPr>
        <p:spPr>
          <a:xfrm>
            <a:off x="5725102" y="2224944"/>
            <a:ext cx="79289" cy="264105"/>
          </a:xfrm>
          <a:prstGeom prst="mo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on 16">
            <a:extLst>
              <a:ext uri="{FF2B5EF4-FFF2-40B4-BE49-F238E27FC236}">
                <a16:creationId xmlns:a16="http://schemas.microsoft.com/office/drawing/2014/main" id="{BBC78E5E-1111-03C6-C703-6B6D9CCE29BF}"/>
              </a:ext>
            </a:extLst>
          </p:cNvPr>
          <p:cNvSpPr/>
          <p:nvPr/>
        </p:nvSpPr>
        <p:spPr>
          <a:xfrm flipH="1">
            <a:off x="6382450" y="2392587"/>
            <a:ext cx="79289" cy="264105"/>
          </a:xfrm>
          <a:prstGeom prst="mo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nip Same Side Corner Rectangle 17">
            <a:extLst>
              <a:ext uri="{FF2B5EF4-FFF2-40B4-BE49-F238E27FC236}">
                <a16:creationId xmlns:a16="http://schemas.microsoft.com/office/drawing/2014/main" id="{B913E7CF-D5BD-62A8-4E6B-1BCF5BBA4C4C}"/>
              </a:ext>
            </a:extLst>
          </p:cNvPr>
          <p:cNvSpPr/>
          <p:nvPr/>
        </p:nvSpPr>
        <p:spPr>
          <a:xfrm rot="10800000">
            <a:off x="5996952" y="2127748"/>
            <a:ext cx="278675" cy="230319"/>
          </a:xfrm>
          <a:prstGeom prst="snip2SameRect">
            <a:avLst>
              <a:gd name="adj1" fmla="val 30282"/>
              <a:gd name="adj2" fmla="val 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B99CB7-0E8D-8113-05E0-E80C35AD92D1}"/>
              </a:ext>
            </a:extLst>
          </p:cNvPr>
          <p:cNvSpPr/>
          <p:nvPr/>
        </p:nvSpPr>
        <p:spPr>
          <a:xfrm>
            <a:off x="5777228" y="2326350"/>
            <a:ext cx="37539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A88B03-AAFB-2CC7-9E56-3E2A40E7FE2F}"/>
              </a:ext>
            </a:extLst>
          </p:cNvPr>
          <p:cNvSpPr/>
          <p:nvPr/>
        </p:nvSpPr>
        <p:spPr>
          <a:xfrm rot="19436890" flipV="1">
            <a:off x="6096459" y="2210148"/>
            <a:ext cx="404065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813843-0D1A-99D1-79DE-239BEC5F2DA4}"/>
              </a:ext>
            </a:extLst>
          </p:cNvPr>
          <p:cNvSpPr/>
          <p:nvPr/>
        </p:nvSpPr>
        <p:spPr>
          <a:xfrm rot="1800000" flipV="1">
            <a:off x="6120862" y="2414524"/>
            <a:ext cx="328855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2DC79C96-7FBA-CC96-9899-3511A0EF682A}"/>
              </a:ext>
            </a:extLst>
          </p:cNvPr>
          <p:cNvSpPr/>
          <p:nvPr/>
        </p:nvSpPr>
        <p:spPr>
          <a:xfrm rot="5400000">
            <a:off x="3641570" y="2085251"/>
            <a:ext cx="350567" cy="264105"/>
          </a:xfrm>
          <a:prstGeom prst="trapezoid">
            <a:avLst>
              <a:gd name="adj" fmla="val 3518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77AA8A-11E4-6CF9-D2BE-FD0D82BE762A}"/>
              </a:ext>
            </a:extLst>
          </p:cNvPr>
          <p:cNvSpPr/>
          <p:nvPr/>
        </p:nvSpPr>
        <p:spPr>
          <a:xfrm>
            <a:off x="3462618" y="1660220"/>
            <a:ext cx="222183" cy="10695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9D1EFEE7-DB7D-5AD0-1732-28B6D0E844E9}"/>
              </a:ext>
            </a:extLst>
          </p:cNvPr>
          <p:cNvSpPr/>
          <p:nvPr/>
        </p:nvSpPr>
        <p:spPr>
          <a:xfrm flipH="1">
            <a:off x="4047305" y="2718562"/>
            <a:ext cx="1825221" cy="379237"/>
          </a:xfrm>
          <a:prstGeom prst="rightArrow">
            <a:avLst>
              <a:gd name="adj1" fmla="val 50000"/>
              <a:gd name="adj2" fmla="val 78366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058192-2755-7279-7942-5D0728EF8E76}"/>
              </a:ext>
            </a:extLst>
          </p:cNvPr>
          <p:cNvSpPr/>
          <p:nvPr/>
        </p:nvSpPr>
        <p:spPr>
          <a:xfrm rot="10800000">
            <a:off x="3179213" y="922755"/>
            <a:ext cx="272872" cy="2640304"/>
          </a:xfrm>
          <a:prstGeom prst="rect">
            <a:avLst/>
          </a:prstGeom>
          <a:solidFill>
            <a:srgbClr val="FFD5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6CE734-BDD2-35D6-7578-5F103BA298FF}"/>
              </a:ext>
            </a:extLst>
          </p:cNvPr>
          <p:cNvSpPr txBox="1"/>
          <p:nvPr/>
        </p:nvSpPr>
        <p:spPr>
          <a:xfrm>
            <a:off x="3757195" y="3167390"/>
            <a:ext cx="246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Helvetica" pitchFamily="2" charset="0"/>
              </a:rPr>
              <a:t>Measure compass direction towards bracket</a:t>
            </a:r>
          </a:p>
        </p:txBody>
      </p:sp>
    </p:spTree>
    <p:extLst>
      <p:ext uri="{BB962C8B-B14F-4D97-AF65-F5344CB8AC3E}">
        <p14:creationId xmlns:p14="http://schemas.microsoft.com/office/powerpoint/2010/main" val="1604215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4036</TotalTime>
  <Words>71</Words>
  <Application>Microsoft Macintosh PowerPoint</Application>
  <PresentationFormat>Widescreen</PresentationFormat>
  <Paragraphs>19</Paragraphs>
  <Slides>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Otto</dc:creator>
  <cp:lastModifiedBy>Daniel Otto</cp:lastModifiedBy>
  <cp:revision>9</cp:revision>
  <dcterms:created xsi:type="dcterms:W3CDTF">2025-05-05T23:39:40Z</dcterms:created>
  <dcterms:modified xsi:type="dcterms:W3CDTF">2025-07-19T20:43:29Z</dcterms:modified>
</cp:coreProperties>
</file>